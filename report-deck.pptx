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(86/100)  ·  9 findings  ·  0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coverage-check form, which is the primary entry point for visitors to determine eligibility and proceed to purchase. However, this mechanism is bleeding value due to unclear form field labels, ambiguous submit button text, and duplicate form instances on the same page, all of which create friction and confusion at the critical moment of engagement.</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1.1–4.8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Value proposition is generic</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hero headline promises reliability but fails to explain what the product is or why it's better, lacking visitor-cent</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Unclear form field labels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4/10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Form fields lack explicit labels, so visitors don't know what data is required before engaging.</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Ambiguous form submit label</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Low · PXL 4/10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CONTINUE button label does not set expectations for the next step, adding cognitive effort at conversion.</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Duplicate pricing creates comparison ambiguity</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same plan prices appear twice with different formatting, causing ambiguity about which price applies to which tier.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Repeated identical form instances</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Two identical CONTINUE forms on each page create confusion about which to complete, increasing abandonment.</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One-time costs appear separately</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One-time charges are listed separately from monthly prices, causing visitors to overlook them until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Value proposition is generic</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hero headline promises reliability but fails to explain what the product is or why it's better, lacking visitor-centric benefit.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form field labels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Form fields lack explicit labels, so visitors don't know what data is required before engaging.</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form submit label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CONTINUE button label does not set expectations for the next step, adding cognitive effort at conversion.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Duplicate pricing creates comparison ambiguity</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“$99.95 /month”."</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same plan prices appear twice with different formatting, causing ambiguity about which price applies to which tier.</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Repeated identical form instances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Two identical CONTINUE forms on each page create confusion about which to complete, increasing abandonment.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Value proposition is generic</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Unclear form field labels</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Ambiguous form submit label</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Duplicate pricing creates comparison ambigui</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Repeated identical form instances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One-time costs appear separately</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No shipping fee disclosure</a:t>
            </a:r>
          </a:p>
        </p:txBody>
      </p:sp>
      <p:sp>
        <p:nvSpPr>
          <p:cNvPr id="13" name="TextBox 12"/>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4" name="TextBox 13"/>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Rural page title misleads destination</a:t>
            </a:r>
          </a:p>
        </p:txBody>
      </p:sp>
      <p:sp>
        <p:nvSpPr>
          <p:cNvPr id="15" name="TextBox 14"/>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Guarantee claim lacks visible backing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